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Extending Dynatrace Capabilities and Professional Certification Preparation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Mastering Custom Dashboards, APIs, and Certification Best Practices</a:t>
            </a:r>
          </a:p>
          <a:p>
            <a:r>
              <a:rPr lang="en-US" dirty="0"/>
              <a:t>Vikash Verma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Extend Dynatrace capabilities with custom dashboards, APIs, and plugins</a:t>
            </a:r>
          </a:p>
          <a:p>
            <a:r>
              <a:t>• Learn role-based visualization and reporting</a:t>
            </a:r>
          </a:p>
          <a:p>
            <a:r>
              <a:t>• Understand Dynatrace automation using APIs</a:t>
            </a:r>
          </a:p>
          <a:p>
            <a:r>
              <a:t>• Prepare for Dynatrace Professional Certification with best practices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Role-Based Dashboards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Tailored views for different teams (DevOps, SREs, Executives)</a:t>
            </a:r>
          </a:p>
          <a:p>
            <a:r>
              <a:t>• Show only relevant KPIs, alerts, and services per role</a:t>
            </a:r>
          </a:p>
          <a:p>
            <a:r>
              <a:t>• Example Use Cases:</a:t>
            </a:r>
          </a:p>
          <a:p>
            <a:r>
              <a:t>   - DevOps: Deployment success, error rate</a:t>
            </a:r>
          </a:p>
          <a:p>
            <a:r>
              <a:t>   - Executives: SLA compliance, conversion rates</a:t>
            </a:r>
          </a:p>
          <a:p>
            <a:r>
              <a:t>• Tips:</a:t>
            </a:r>
          </a:p>
          <a:p>
            <a:r>
              <a:t>   - Use consistent naming conventions</a:t>
            </a:r>
          </a:p>
          <a:p>
            <a:r>
              <a:t>   - Leverage filters and management zones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 Visualizations &amp; Business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Explorer overview for building custom metrics</a:t>
            </a:r>
          </a:p>
          <a:p>
            <a:r>
              <a:t>• Combine filters and dimensions for detailed insights</a:t>
            </a:r>
          </a:p>
          <a:p>
            <a:r>
              <a:t>• Custom charts for:</a:t>
            </a:r>
          </a:p>
          <a:p>
            <a:r>
              <a:t>   - User sessions and behaviors</a:t>
            </a:r>
          </a:p>
          <a:p>
            <a:r>
              <a:t>   - Conversion funnels</a:t>
            </a:r>
          </a:p>
          <a:p>
            <a:r>
              <a:t>   - SLA tracking</a:t>
            </a:r>
          </a:p>
          <a:p>
            <a:r>
              <a:t>• Use Case: eCommerce performance monitoring</a:t>
            </a:r>
          </a:p>
          <a:p>
            <a:r>
              <a:t>   - Add-to-cart rate, checkout failures, latency impact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Dynatrace API for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API Categories:</a:t>
            </a:r>
          </a:p>
          <a:p>
            <a:r>
              <a:t>   - Configuration API: Setup environments, auto-tagging rules</a:t>
            </a:r>
          </a:p>
          <a:p>
            <a:r>
              <a:t>   - Metrics API: Pull metrics into external tools</a:t>
            </a:r>
          </a:p>
          <a:p>
            <a:r>
              <a:t>   - Problems API: Integrate alerts with ITSM tools</a:t>
            </a:r>
          </a:p>
          <a:p>
            <a:r>
              <a:t>• Automation Examples:</a:t>
            </a:r>
          </a:p>
          <a:p>
            <a:r>
              <a:t>   - Auto-create dashboards and alerting profiles</a:t>
            </a:r>
          </a:p>
          <a:p>
            <a:r>
              <a:t>   - CI/CD integration for config updates</a:t>
            </a:r>
          </a:p>
          <a:p>
            <a:r>
              <a:t>• Use tools like Postman, Python scripts, or Terraform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Developing Custom Extensions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Extend monitoring to custom apps and devices</a:t>
            </a:r>
          </a:p>
          <a:p>
            <a:r>
              <a:t>• OneAgent Extensions: Local host-based data collection</a:t>
            </a:r>
          </a:p>
          <a:p>
            <a:r>
              <a:t>• ActiveGate Extensions: Remote metric collection</a:t>
            </a:r>
          </a:p>
          <a:p>
            <a:r>
              <a:t>• Use Cases:</a:t>
            </a:r>
          </a:p>
          <a:p>
            <a:r>
              <a:t>   - Legacy applications</a:t>
            </a:r>
          </a:p>
          <a:p>
            <a:r>
              <a:t>   - IoT and custom-built services</a:t>
            </a:r>
          </a:p>
          <a:p>
            <a:r>
              <a:t>• Resources:</a:t>
            </a:r>
          </a:p>
          <a:p>
            <a:r>
              <a:t>   - Extension SDK (JSON + Python)</a:t>
            </a:r>
          </a:p>
          <a:p>
            <a:r>
              <a:t>   - Dynatrace Developer Portal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Dynatrace Professional Certification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Format:</a:t>
            </a:r>
          </a:p>
          <a:p>
            <a:r>
              <a:t>   - 60 multiple choice questions</a:t>
            </a:r>
          </a:p>
          <a:p>
            <a:r>
              <a:t>   - 90 minutes duration</a:t>
            </a:r>
          </a:p>
          <a:p>
            <a:r>
              <a:t>• Key Topics:</a:t>
            </a:r>
          </a:p>
          <a:p>
            <a:r>
              <a:t>   - Smartscape topology</a:t>
            </a:r>
          </a:p>
          <a:p>
            <a:r>
              <a:t>   - PurePath and service tracing</a:t>
            </a:r>
          </a:p>
          <a:p>
            <a:r>
              <a:t>   - Dashboards, APIs, Extensions</a:t>
            </a:r>
          </a:p>
          <a:p>
            <a:r>
              <a:t>• Preparation Tips:</a:t>
            </a:r>
          </a:p>
          <a:p>
            <a:r>
              <a:t>   - Follow the Dynatrace University learning path</a:t>
            </a:r>
          </a:p>
          <a:p>
            <a:r>
              <a:t>   - Complete hands-on labs and practice exams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Optimization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response times and service flow</a:t>
            </a:r>
          </a:p>
          <a:p>
            <a:r>
              <a:t>• Use request attributes for deep diagnostics</a:t>
            </a:r>
          </a:p>
          <a:p>
            <a:r>
              <a:t>• Host and process group optimization tips</a:t>
            </a:r>
          </a:p>
          <a:p>
            <a:r>
              <a:t>• Alerting:</a:t>
            </a:r>
          </a:p>
          <a:p>
            <a:r>
              <a:t>   - Enable automatic baselining</a:t>
            </a:r>
          </a:p>
          <a:p>
            <a:r>
              <a:t>   - Fine-tune anomaly detection thresholds</a:t>
            </a:r>
          </a:p>
          <a:p>
            <a:r>
              <a:t>• Regularly review top consuming services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Create dashboards tailored to your stakeholders</a:t>
            </a:r>
          </a:p>
          <a:p>
            <a:r>
              <a:t>• Use Dynatrace APIs for scalable automation</a:t>
            </a:r>
          </a:p>
          <a:p>
            <a:r>
              <a:t>• Extend observability to custom environments</a:t>
            </a:r>
          </a:p>
          <a:p>
            <a:r>
              <a:t>• Prepare strategically for the certification exam</a:t>
            </a:r>
          </a:p>
          <a:p>
            <a:r>
              <a:t>• Apply performance tuning in your infrastructure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445</Words>
  <Application>Microsoft Office PowerPoint</Application>
  <PresentationFormat>On-screen Show (4:3)</PresentationFormat>
  <Paragraphs>70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Extending Dynatrace Capabilities and Professional Certification Preparation</vt:lpstr>
      <vt:lpstr>Objectives</vt:lpstr>
      <vt:lpstr>Creating Role-Based Dashboards</vt:lpstr>
      <vt:lpstr>Custom Visualizations &amp; Business Analytics</vt:lpstr>
      <vt:lpstr>Using Dynatrace API for Automation</vt:lpstr>
      <vt:lpstr>Developing Custom Extensions</vt:lpstr>
      <vt:lpstr>Dynatrace Professional Certification</vt:lpstr>
      <vt:lpstr>Performance Optimization Best Practices</vt:lpstr>
      <vt:lpstr>Summary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3</cp:revision>
  <dcterms:created xsi:type="dcterms:W3CDTF">2013-01-27T09:14:16Z</dcterms:created>
  <dcterms:modified xsi:type="dcterms:W3CDTF">2025-04-18T04:16:25Z</dcterms:modified>
  <cp:category/>
</cp:coreProperties>
</file>