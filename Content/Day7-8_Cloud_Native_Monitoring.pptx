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Mastering Cloud-Native Monitoring &amp; Advanced Use Cases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Deep Dive into Observability, Security, and Log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Cloud-Native Observability</a:t>
            </a:r>
          </a:p>
          <a:p>
            <a:r>
              <a:t>• Log Monitoring &amp; Analytics</a:t>
            </a:r>
          </a:p>
          <a:p>
            <a:r>
              <a:t>• Security &amp; Compliance</a:t>
            </a:r>
          </a:p>
          <a:p>
            <a:r>
              <a:t>• Advanced Use Cases &amp; Best Practices</a:t>
            </a:r>
          </a:p>
          <a:p>
            <a:r>
              <a:t>• Q&amp;A /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Cloud-Native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Definition: Observability for systems using containers, microservices, and orchestrators</a:t>
            </a:r>
          </a:p>
          <a:p>
            <a:r>
              <a:t>• Three Pillars: Metrics, Logs, Traces</a:t>
            </a:r>
          </a:p>
          <a:p>
            <a:r>
              <a:t>• Benefits: Scalability, faster debugging, proactive alerting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Kubernetes Workloads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Tools: Prometheus, Grafana, Dynatrace, Datadog</a:t>
            </a:r>
          </a:p>
          <a:p>
            <a:r>
              <a:t>• Key Metrics: Pod status, CPU/Memory usage, container restarts, node health</a:t>
            </a:r>
          </a:p>
          <a:p>
            <a:r>
              <a:t>• Visual Dashboards and Sample 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OpenShift Workloads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Tools: OpenShift Console, Prometheus, Alertmanager</a:t>
            </a:r>
          </a:p>
          <a:p>
            <a:r>
              <a:t>• Observability via Operators and Custom Resources</a:t>
            </a:r>
          </a:p>
          <a:p>
            <a:r>
              <a:t>• Metrics for Cluster Health and Application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Serverless Monitoring (FaaS)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Challenges: Short lifespan, dynamic scaling</a:t>
            </a:r>
          </a:p>
          <a:p>
            <a:r>
              <a:t>• Tools: AWS CloudWatch, Azure Monitor, GCP Operations, Dynatrace OneAgent</a:t>
            </a:r>
          </a:p>
          <a:p>
            <a:r>
              <a:t>• Distributed Tracing with OpenTelemetry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Managing Multi-Cloud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Integrations: AWS CloudWatch, Azure Monitor, GCP Operations</a:t>
            </a:r>
          </a:p>
          <a:p>
            <a:r>
              <a:t>• Unified Dashboards using Grafana, Dynatrace</a:t>
            </a:r>
          </a:p>
          <a:p>
            <a:r>
              <a:t>• Strategies for Cross-cloud Alerting and Log Aggregation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Ingestion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Logging with Fluentd, Logstash, Cloud-native agents</a:t>
            </a:r>
          </a:p>
          <a:p>
            <a:r>
              <a:t>• Storage Solutions: Elasticsearch, Loki, S3</a:t>
            </a:r>
          </a:p>
          <a:p>
            <a:r>
              <a:t>• Importance of Structured and JSON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Query-Based Log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Cases: Application errors, API latency, user behavior</a:t>
            </a:r>
          </a:p>
          <a:p>
            <a:r>
              <a:t>• Tools: Kibana, Grafana Loki, Dynatrace</a:t>
            </a:r>
          </a:p>
          <a:p>
            <a:r>
              <a:t>• Sample Queries for Real-Time Log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Correlating Logs with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Combine Logs, Metrics, and Traces for RCA</a:t>
            </a:r>
          </a:p>
          <a:p>
            <a:r>
              <a:t>• Example: Latency spike → Trace → Log Errors</a:t>
            </a:r>
          </a:p>
          <a:p>
            <a:r>
              <a:t>• Faster MTTR and Incident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Application Security (RASP)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Definition: Protects applications from within during runtime</a:t>
            </a:r>
          </a:p>
          <a:p>
            <a:r>
              <a:t>• Advantages: No code change, Real-time threat visibility</a:t>
            </a:r>
          </a:p>
          <a:p>
            <a:r>
              <a:t>• Tools: Dynatrace AppSec, Contrast 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Vulnerability Scanning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Pipeline Scanning: Image scans in CI/CD</a:t>
            </a:r>
          </a:p>
          <a:p>
            <a:r>
              <a:t>• Runtime Scanning: Container and App-level scanning</a:t>
            </a:r>
          </a:p>
          <a:p>
            <a:r>
              <a:t>• Tools: Trivy, Clair, Aqua Security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Posture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CSPM Overview: Misconfig detection and compliance audits</a:t>
            </a:r>
          </a:p>
          <a:p>
            <a:r>
              <a:t>• Compliance Frameworks: HIPAA, PCI, GDPR</a:t>
            </a:r>
          </a:p>
          <a:p>
            <a:r>
              <a:t>• Tools: AWS Config, Azure Defender, Prisma Cloud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Observability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Anomaly Detection using AI/ML (e.g., Dynatrace Davis)</a:t>
            </a:r>
          </a:p>
          <a:p>
            <a:r>
              <a:t>• Event-driven Self-Healing with KEDA and K8s Jobs</a:t>
            </a:r>
          </a:p>
          <a:p>
            <a:r>
              <a:t>• Predictive Scaling and Performance Benchmarking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 setup using Helm/Operators</a:t>
            </a:r>
          </a:p>
          <a:p>
            <a:r>
              <a:t>• Use OpenTelemetry for standardized instrumentation</a:t>
            </a:r>
          </a:p>
          <a:p>
            <a:r>
              <a:t>• Secure Observability: RBAC, encryption, PII masking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Observability is essential for performance, reliability, and security</a:t>
            </a:r>
          </a:p>
          <a:p>
            <a:r>
              <a:t>• Combine metrics, logs, and traces for full-stack visibility</a:t>
            </a:r>
          </a:p>
          <a:p>
            <a:r>
              <a:t>• Continuously evolve your observability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475</Words>
  <Application>Microsoft Office PowerPoint</Application>
  <PresentationFormat>On-screen Show (4:3)</PresentationFormat>
  <Paragraphs>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Mastering Cloud-Native Monitoring &amp; Advanced Use Cases</vt:lpstr>
      <vt:lpstr>Agenda</vt:lpstr>
      <vt:lpstr>Introduction to Cloud-Native Observability</vt:lpstr>
      <vt:lpstr>Monitoring Kubernetes Workloads</vt:lpstr>
      <vt:lpstr>Monitoring OpenShift Workloads</vt:lpstr>
      <vt:lpstr>Serverless Monitoring (FaaS)</vt:lpstr>
      <vt:lpstr>Managing Multi-Cloud Integrations</vt:lpstr>
      <vt:lpstr>Log Ingestion Strategies</vt:lpstr>
      <vt:lpstr>Query-Based Log Analysis</vt:lpstr>
      <vt:lpstr>Correlating Logs with Performance</vt:lpstr>
      <vt:lpstr>Runtime Application Security (RASP)</vt:lpstr>
      <vt:lpstr>Vulnerability Scanning</vt:lpstr>
      <vt:lpstr>Security Posture Management</vt:lpstr>
      <vt:lpstr>Advanced Observability Scenarios</vt:lpstr>
      <vt:lpstr>Best Practices Summary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2</cp:revision>
  <dcterms:created xsi:type="dcterms:W3CDTF">2013-01-27T09:14:16Z</dcterms:created>
  <dcterms:modified xsi:type="dcterms:W3CDTF">2025-04-15T03:45:19Z</dcterms:modified>
  <cp:category/>
</cp:coreProperties>
</file>