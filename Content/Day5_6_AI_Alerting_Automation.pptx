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Dynatrace AI, Custom Alerting, and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Leveraging Davis AI for Intelligent Monitoring and Remediation</a:t>
            </a:r>
          </a:p>
          <a:p>
            <a:r>
              <a:rPr dirty="0"/>
              <a:t>Presented by</a:t>
            </a:r>
            <a:r>
              <a:t>: </a:t>
            </a:r>
            <a:r>
              <a:rPr lang="en-US"/>
              <a:t>Vikash Verma</a:t>
            </a:r>
            <a:endParaRPr lang="en-US"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Davis AI Overview</a:t>
            </a:r>
          </a:p>
          <a:p>
            <a:r>
              <a:t>• Automatic Anomaly Detection</a:t>
            </a:r>
          </a:p>
          <a:p>
            <a:r>
              <a:t>• AI-driven Root Cause Analysis</a:t>
            </a:r>
          </a:p>
          <a:p>
            <a:r>
              <a:t>• Event Correlation &amp; Impact Analysis</a:t>
            </a:r>
          </a:p>
          <a:p>
            <a:r>
              <a:t>• Custom Alerting &amp; Third-party Integration</a:t>
            </a:r>
          </a:p>
          <a:p>
            <a:r>
              <a:t>• Auto-remediation using Workflows</a:t>
            </a:r>
          </a:p>
          <a:p>
            <a:r>
              <a:t>• Service Level Objectives and Baselining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Dynatrace Davis AI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engine powering Dynatrace observability</a:t>
            </a:r>
          </a:p>
          <a:p>
            <a:r>
              <a:t>• Real-time analysis across full stack</a:t>
            </a:r>
          </a:p>
          <a:p>
            <a:r>
              <a:t>• Scales across millions of data points per minute</a:t>
            </a:r>
          </a:p>
          <a:p>
            <a:r>
              <a:t>• Enables proactive issue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Automatic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Detects unusual behavior in metrics, services, infrastructure</a:t>
            </a:r>
          </a:p>
          <a:p>
            <a:r>
              <a:t>• Uses dynamic baselines (seasonal awareness, traffic patterns)</a:t>
            </a:r>
          </a:p>
          <a:p>
            <a:r>
              <a:t>• No manual thresholds required</a:t>
            </a:r>
          </a:p>
          <a:p>
            <a:r>
              <a:t>• Examples: CPU spikes, slow DB queries, traffic drops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 using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root cause detection across thousands of dependencies</a:t>
            </a:r>
          </a:p>
          <a:p>
            <a:r>
              <a:t>• AI traverses Smartscape topology</a:t>
            </a:r>
          </a:p>
          <a:p>
            <a:r>
              <a:t>• Highlights the exact service or process responsible</a:t>
            </a:r>
          </a:p>
          <a:p>
            <a:r>
              <a:t>• Example: Pinpointing a memory leak causing service degradation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Correlation &amp;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Events are grouped into a single problem</a:t>
            </a:r>
          </a:p>
          <a:p>
            <a:r>
              <a:t>• Shows causality chain of dependent services</a:t>
            </a:r>
          </a:p>
          <a:p>
            <a:r>
              <a:t>• Business impact is assessed (users affected, SLAs breached)</a:t>
            </a:r>
          </a:p>
          <a:p>
            <a:r>
              <a:t>• Reduces alert noise and speeds up 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Problem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 custom metric-based alerts</a:t>
            </a:r>
          </a:p>
          <a:p>
            <a:r>
              <a:t>• Set static or adaptive thresholds</a:t>
            </a:r>
          </a:p>
          <a:p>
            <a:r>
              <a:t>• Use Synthetic monitors for proactive checks</a:t>
            </a:r>
          </a:p>
          <a:p>
            <a:r>
              <a:t>• Tailor alerts to business KPIs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Out-of-the-box support for:</a:t>
            </a:r>
          </a:p>
          <a:p>
            <a:r>
              <a:t>   - ServiceNow – Auto-ticketing &amp; CMDB updates</a:t>
            </a:r>
          </a:p>
          <a:p>
            <a:r>
              <a:t>   - PagerDuty – Escalation and incident response</a:t>
            </a:r>
          </a:p>
          <a:p>
            <a:r>
              <a:t>   - Slack – Real-time collaboration</a:t>
            </a:r>
          </a:p>
          <a:p>
            <a:r>
              <a:t>• Webhooks and custom integrations supported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Auto-remediation with Dynatrace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Trigger remediation actions via workflows</a:t>
            </a:r>
          </a:p>
          <a:p>
            <a:r>
              <a:t>• Automate restart, scale-up, or healing processes</a:t>
            </a:r>
          </a:p>
          <a:p>
            <a:r>
              <a:t>• Integrates with external scripts, Jenkins, Ansible, etc.</a:t>
            </a:r>
          </a:p>
          <a:p>
            <a:r>
              <a:t>• Example: Auto-redeploy failed pods in Kubernetes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SLOs, SLIs &amp; Performance Baselining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SLIs (latency, error rate, availability)</a:t>
            </a:r>
          </a:p>
          <a:p>
            <a:r>
              <a:t>• Group SLIs into SLOs to reflect business goals</a:t>
            </a:r>
          </a:p>
          <a:p>
            <a:r>
              <a:t>• Davis AI tracks compliance and warns on breaches</a:t>
            </a:r>
          </a:p>
          <a:p>
            <a:r>
              <a:t>• Baseline normal behavior for more accurate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Davis AI provides deep insight with minimal config</a:t>
            </a:r>
          </a:p>
          <a:p>
            <a:r>
              <a:t>• Enables proactive detection and fast root cause resolution</a:t>
            </a:r>
          </a:p>
          <a:p>
            <a:r>
              <a:t>• Custom alerting tailors monitoring to your needs</a:t>
            </a:r>
          </a:p>
          <a:p>
            <a:r>
              <a:t>• Automation ensures faster MTTR and higher reliability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On-screen Show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Dynatrace AI, Custom Alerting, and Automation</vt:lpstr>
      <vt:lpstr>Agenda</vt:lpstr>
      <vt:lpstr>Dynatrace Davis AI – Introduction</vt:lpstr>
      <vt:lpstr>Automatic Anomaly Detection</vt:lpstr>
      <vt:lpstr>Root Cause Analysis using AI</vt:lpstr>
      <vt:lpstr>Event Correlation &amp; Impact Analysis</vt:lpstr>
      <vt:lpstr>Custom Problem Detection</vt:lpstr>
      <vt:lpstr>Third-party Integrations</vt:lpstr>
      <vt:lpstr>Auto-remediation with Dynatrace Workflows</vt:lpstr>
      <vt:lpstr>SLOs, SLIs &amp; Performance Baselining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4</cp:revision>
  <dcterms:created xsi:type="dcterms:W3CDTF">2013-01-27T09:14:16Z</dcterms:created>
  <dcterms:modified xsi:type="dcterms:W3CDTF">2025-04-14T03:52:40Z</dcterms:modified>
  <cp:category/>
</cp:coreProperties>
</file>